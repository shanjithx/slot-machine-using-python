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11/5/2025</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11/5/2025</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11/5/2025</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11/5/2025</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11/5/2025</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11/5/2025</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11/5/2025</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11/5/2025</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11/5/2025</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11/5/2025</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11/5/2025</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11/5/2025</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br>
              <a:rPr lang="en-GB" sz="2400" dirty="0">
                <a:latin typeface="Times New Roman" panose="02020603050405020304" pitchFamily="18" charset="0"/>
                <a:cs typeface="Times New Roman" panose="02020603050405020304" pitchFamily="18" charset="0"/>
              </a:rPr>
            </a:br>
            <a:r>
              <a:rPr lang="en-GB" sz="2400" b="1" dirty="0">
                <a:solidFill>
                  <a:srgbClr val="FF0000"/>
                </a:solidFill>
                <a:latin typeface="Times New Roman" panose="02020603050405020304" pitchFamily="18" charset="0"/>
                <a:cs typeface="Times New Roman" panose="02020603050405020304" pitchFamily="18" charset="0"/>
              </a:rPr>
              <a:t>&lt;TITLE OF THE PROJECT&gt;</a:t>
            </a:r>
            <a:endParaRPr 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1975628869"/>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a:t>2117240070291</a:t>
                      </a:r>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a:t>SHANJITHKRISHNA V</a:t>
                      </a:r>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a:t>2</a:t>
                      </a:r>
                      <a:r>
                        <a:rPr lang="en-US" baseline="30000" dirty="0"/>
                        <a:t>nd</a:t>
                      </a:r>
                      <a:r>
                        <a:rPr lang="en-US" dirty="0"/>
                        <a:t> YEAR</a:t>
                      </a:r>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a:t>AI&amp;DS E</a:t>
                      </a:r>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US" b="1" dirty="0" err="1"/>
                        <a:t>Ms</a:t>
                      </a:r>
                      <a:r>
                        <a:rPr lang="en-US" b="1" dirty="0"/>
                        <a:t> BHAVANI M</a:t>
                      </a:r>
                    </a:p>
                  </a:txBody>
                  <a:tcPr/>
                </a:tc>
                <a:extLst>
                  <a:ext uri="{0D108BD9-81ED-4DB2-BD59-A6C34878D82A}">
                    <a16:rowId xmlns:a16="http://schemas.microsoft.com/office/drawing/2014/main" val="3536199969"/>
                  </a:ext>
                </a:extLst>
              </a:tr>
            </a:tbl>
          </a:graphicData>
        </a:graphic>
      </p:graphicFrame>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838200" y="818148"/>
            <a:ext cx="10515600" cy="5358816"/>
          </a:xfrm>
        </p:spPr>
        <p:txBody>
          <a:bodyPr/>
          <a:lstStyle/>
          <a:p>
            <a:pPr marL="0" indent="0">
              <a:buNone/>
            </a:pPr>
            <a:r>
              <a:rPr lang="en-US" dirty="0"/>
              <a:t>Artificial Intelligence (AI) enables machines to simulate human intelligence through learning, reasoning, and decision-making. One foundational concept in AI is probabilistic modeling, which governs systems that rely on chance and statistical behavior. This project explores a slot machine simulation using Python and Flask, demonstrating weighted randomness and real-time feedback. The problem lies in designing an interactive system that accurately reflects probabilistic outcomes while engaging users through a web interface. The expected result is a responsive simulation that tracks spins, evaluates win conditions, and calculates win rates. This project showcases AI principles in a simplified, educational, and visually intuitive format.</a:t>
            </a:r>
          </a:p>
          <a:p>
            <a:pPr marL="0" indent="0">
              <a:buNone/>
            </a:pPr>
            <a:endParaRPr lang="en-US" dirty="0"/>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838200" y="818148"/>
            <a:ext cx="10515600" cy="5358816"/>
          </a:xfrm>
        </p:spPr>
        <p:txBody>
          <a:bodyPr/>
          <a:lstStyle/>
          <a:p>
            <a:pPr marL="457200" lvl="1" indent="0">
              <a:buNone/>
            </a:pPr>
            <a:r>
              <a:rPr lang="en-US" dirty="0"/>
              <a:t>Slot machine simulations rely on probabilistic modeling, a core concept in AI used to represent uncertainty and randomness. The algorithm uses weighted random selection to mimic real-world slot behavior. </a:t>
            </a:r>
          </a:p>
          <a:p>
            <a:pPr marL="457200" lvl="1" indent="0">
              <a:buNone/>
            </a:pPr>
            <a:r>
              <a:rPr lang="en-US" dirty="0"/>
              <a:t>Literature on Monte Carlo methods and game theory supports this approach for fairness and statistical accuracy. Alternative algorithms include uniform random sampling and Markov chains, but weighted selection offers better control over symbol frequency. The chosen algorithm uses </a:t>
            </a:r>
            <a:r>
              <a:rPr lang="en-US" dirty="0" err="1"/>
              <a:t>random.choices</a:t>
            </a:r>
            <a:r>
              <a:rPr lang="en-US" dirty="0"/>
              <a:t>() with predefined weights.</a:t>
            </a:r>
          </a:p>
          <a:p>
            <a:pPr marL="457200" lvl="1" indent="0">
              <a:buNone/>
            </a:pPr>
            <a:r>
              <a:rPr lang="en-US" dirty="0"/>
              <a:t> For example, selecting three symbols like 🍋🍋🍋 with equal weights yields a win. This method ensures realistic outcomes, efficient computation, and clear logic suitable for interactive web simulations.</a:t>
            </a:r>
          </a:p>
          <a:p>
            <a:pPr marL="457200" lvl="1" indent="0">
              <a:buNone/>
            </a:pPr>
            <a:endParaRPr lang="en-US" dirty="0"/>
          </a:p>
          <a:p>
            <a:endParaRPr lang="en-US" dirty="0"/>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4</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2852748814"/>
              </p:ext>
            </p:extLst>
          </p:nvPr>
        </p:nvGraphicFramePr>
        <p:xfrm>
          <a:off x="1854200" y="2205222"/>
          <a:ext cx="8128000" cy="228600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https://github.com/Shanjithx/Slot-Machine-using-Python.git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https://github.com/Shanjithx/Slot-Machine-using-Python.git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https://github.com/Shanjithx/Slot-Machine-using-Python.git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5</a:t>
            </a:fld>
            <a:endParaRPr lang="en-US"/>
          </a:p>
        </p:txBody>
      </p:sp>
      <p:pic>
        <p:nvPicPr>
          <p:cNvPr id="6" name="Content Placeholder 5">
            <a:extLst>
              <a:ext uri="{FF2B5EF4-FFF2-40B4-BE49-F238E27FC236}">
                <a16:creationId xmlns:a16="http://schemas.microsoft.com/office/drawing/2014/main" id="{2CF23AD5-DAB4-7371-5AB6-A72D0AA04A5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8401" y="1273340"/>
            <a:ext cx="4544303" cy="4820323"/>
          </a:xfrm>
          <a:prstGeom prst="rect">
            <a:avLst/>
          </a:prstGeom>
          <a:noFill/>
          <a:ln>
            <a:noFill/>
          </a:ln>
        </p:spPr>
      </p:pic>
      <p:pic>
        <p:nvPicPr>
          <p:cNvPr id="7" name="Picture 6">
            <a:extLst>
              <a:ext uri="{FF2B5EF4-FFF2-40B4-BE49-F238E27FC236}">
                <a16:creationId xmlns:a16="http://schemas.microsoft.com/office/drawing/2014/main" id="{2D99B2DA-B203-9BF3-F795-69B43BE89A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665" y="1273339"/>
            <a:ext cx="4544303" cy="4820323"/>
          </a:xfrm>
          <a:prstGeom prst="rect">
            <a:avLst/>
          </a:prstGeom>
          <a:noFill/>
          <a:ln>
            <a:noFill/>
          </a:ln>
        </p:spPr>
      </p:pic>
    </p:spTree>
    <p:extLst>
      <p:ext uri="{BB962C8B-B14F-4D97-AF65-F5344CB8AC3E}">
        <p14:creationId xmlns:p14="http://schemas.microsoft.com/office/powerpoint/2010/main" val="280526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4B9409AF-1BD6-CFDC-B172-AD3D38536AC2}"/>
              </a:ext>
            </a:extLst>
          </p:cNvPr>
          <p:cNvSpPr>
            <a:spLocks noGrp="1"/>
          </p:cNvSpPr>
          <p:nvPr>
            <p:ph idx="1"/>
          </p:nvPr>
        </p:nvSpPr>
        <p:spPr>
          <a:xfrm>
            <a:off x="838200" y="1267326"/>
            <a:ext cx="10515600" cy="4909637"/>
          </a:xfrm>
        </p:spPr>
        <p:txBody>
          <a:bodyPr/>
          <a:lstStyle/>
          <a:p>
            <a:pPr marL="0" lvl="0" indent="0">
              <a:buNone/>
            </a:pPr>
            <a:r>
              <a:rPr lang="en-US" dirty="0"/>
              <a:t>The slot machine interface displays three reels with emoji symbols. When the user clicks “Spin,” the reels update with randomly selected symbols based on weighted probabilities. A message indicates win or loss, and below it, the system shows total spins and win rate. For example, matching 🍋🍋🍋 triggers a win message and updates statistics. The system responds instantly, offering a smooth user experience. Future enhancements include adding spin animations, sound effects, persistent user sessions, and a leaderboard. Long-term goals involve multiplayer support, database integration, and adaptive difficulty based on user behavior, making the simulation more engaging and intelligent.</a:t>
            </a:r>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6</a:t>
            </a:fld>
            <a:endParaRPr lang="en-US"/>
          </a:p>
        </p:txBody>
      </p:sp>
    </p:spTree>
    <p:extLst>
      <p:ext uri="{BB962C8B-B14F-4D97-AF65-F5344CB8AC3E}">
        <p14:creationId xmlns:p14="http://schemas.microsoft.com/office/powerpoint/2010/main" val="126336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838200" y="1267326"/>
            <a:ext cx="10515600" cy="4909637"/>
          </a:xfrm>
        </p:spPr>
        <p:txBody>
          <a:bodyPr/>
          <a:lstStyle/>
          <a:p>
            <a:pPr lvl="0"/>
            <a:r>
              <a:rPr lang="en-IN" dirty="0"/>
              <a:t>Flask Documentation – Web Framework https://flask.palletsprojects.com/</a:t>
            </a:r>
          </a:p>
          <a:p>
            <a:pPr lvl="0"/>
            <a:r>
              <a:rPr lang="en-IN" dirty="0"/>
              <a:t>HTML &amp; CSS Design and Build Websites – Jon Duckett</a:t>
            </a:r>
          </a:p>
          <a:p>
            <a:pPr lvl="0"/>
            <a:r>
              <a:rPr lang="en-IN" dirty="0"/>
              <a:t>Monte Carlo Methods in Financial Engineering – Paul </a:t>
            </a:r>
            <a:r>
              <a:rPr lang="en-IN" dirty="0" err="1"/>
              <a:t>Glasserman</a:t>
            </a:r>
            <a:endParaRPr lang="en-IN" dirty="0"/>
          </a:p>
          <a:p>
            <a:pPr lvl="0"/>
            <a:r>
              <a:rPr lang="en-IN" dirty="0"/>
              <a:t>Game Development with Python and </a:t>
            </a:r>
            <a:r>
              <a:rPr lang="en-IN" dirty="0" err="1"/>
              <a:t>Pygame</a:t>
            </a:r>
            <a:r>
              <a:rPr lang="en-IN" dirty="0"/>
              <a:t> – Sean Mc</a:t>
            </a:r>
          </a:p>
          <a:p>
            <a:pPr marL="0" lvl="0" indent="0">
              <a:buNone/>
            </a:pPr>
            <a:endParaRPr lang="en-US" dirty="0"/>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7</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516</Words>
  <Application>Microsoft Office PowerPoint</Application>
  <PresentationFormat>Widescreen</PresentationFormat>
  <Paragraphs>42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DEPARTMENT OF ARTIFICIAL INTELLIGENCE AND DATA SCIENCE ACADEMIC YEAR 2025 - 2026 SEMESTER III ARTIFICIAL INTELLIGENCE LABORATORY  MINI PROJECT REVIEW   &lt;TITLE OF THE PROJECT&gt;</vt:lpstr>
      <vt:lpstr>PROBLEM STATEMENT</vt:lpstr>
      <vt:lpstr>THEORETICAL BACKGROUND</vt:lpstr>
      <vt:lpstr>IMPLEMENTATION AND CODE</vt:lpstr>
      <vt:lpstr>OUTPUT AND RESULTS</vt:lpstr>
      <vt:lpstr>OUTPUT AND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 GANESH K</dc:creator>
  <cp:lastModifiedBy>Shanjithkrishna V</cp:lastModifiedBy>
  <cp:revision>6</cp:revision>
  <dcterms:created xsi:type="dcterms:W3CDTF">2025-10-18T08:57:34Z</dcterms:created>
  <dcterms:modified xsi:type="dcterms:W3CDTF">2025-11-04T22:45:39Z</dcterms:modified>
</cp:coreProperties>
</file>